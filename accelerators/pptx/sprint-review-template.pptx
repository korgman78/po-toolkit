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11"/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Sprint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7C9FF"/>
                </a:solidFill>
                <a:latin typeface="Calibri"/>
              </a:defRPr>
            </a:pPr>
            <a:r>
              <a:t>Sprint XX — [Date debut] au [Date fin]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A8FF"/>
                </a:solidFill>
                <a:latin typeface="Calibri"/>
              </a:defRPr>
            </a:pPr>
            <a:r>
              <a:t>Equipe [Nom de l'equipe]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D2E"/>
                </a:solidFill>
                <a:latin typeface="Calibri"/>
              </a:defRPr>
            </a:pPr>
            <a:r>
              <a:t>Sprint Goal &amp; Resume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10972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Sprint Goal : [Decrire l'objectif principal du sprint]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2560320" cy="13716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A5F7A"/>
                </a:solidFill>
                <a:latin typeface="Calibri"/>
              </a:defRPr>
            </a:pPr>
            <a:r>
              <a:t>Story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366F1"/>
                </a:solidFill>
                <a:latin typeface="Calibri"/>
              </a:defRPr>
            </a:pPr>
            <a:r>
              <a:t>XX /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5F7A"/>
                </a:solidFill>
                <a:latin typeface="Calibri"/>
              </a:defRPr>
            </a:pPr>
            <a:r>
              <a:t>Planifies / Realises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560320"/>
            <a:ext cx="2560320" cy="13716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47472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A5F7A"/>
                </a:solidFill>
                <a:latin typeface="Calibri"/>
              </a:defRPr>
            </a:pPr>
            <a:r>
              <a:t>Velocity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366F1"/>
                </a:solidFill>
                <a:latin typeface="Calibri"/>
              </a:defRPr>
            </a:pPr>
            <a:r>
              <a:t>XX 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5F7A"/>
                </a:solidFill>
                <a:latin typeface="Calibri"/>
              </a:defRPr>
            </a:pPr>
            <a:r>
              <a:t>vs XX SP moy.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560320"/>
            <a:ext cx="2560320" cy="13716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30936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A5F7A"/>
                </a:solidFill>
                <a:latin typeface="Calibri"/>
              </a:defRPr>
            </a:pPr>
            <a:r>
              <a:t>Stories 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366F1"/>
                </a:solidFill>
                <a:latin typeface="Calibri"/>
              </a:defRPr>
            </a:pPr>
            <a:r>
              <a:t>X / 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5F7A"/>
                </a:solidFill>
                <a:latin typeface="Calibri"/>
              </a:defRPr>
            </a:pPr>
            <a:r>
              <a:t>Completees / Planifiees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560320"/>
            <a:ext cx="2560320" cy="13716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914400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A5F7A"/>
                </a:solidFill>
                <a:latin typeface="Calibri"/>
              </a:defRPr>
            </a:pPr>
            <a:r>
              <a:t>Bugs fixes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366F1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5F7A"/>
                </a:solidFill>
                <a:latin typeface="Calibri"/>
              </a:defRPr>
            </a:pPr>
            <a:r>
              <a:t>Bugs resolus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D2E"/>
                </a:solidFill>
                <a:latin typeface="Calibri"/>
              </a:defRPr>
            </a:pPr>
            <a:r>
              <a:t>Faits marquants du sprint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37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5A5F7A"/>
                </a:solidFill>
                <a:latin typeface="Calibri"/>
              </a:defRPr>
            </a:pPr>
            <a:r>
              <a:t>Fait marquant 1 : [Description]</a:t>
            </a:r>
          </a:p>
          <a:p>
            <a:pPr>
              <a:spcBef>
                <a:spcPts val="400"/>
              </a:spcBef>
              <a:defRPr sz="1200">
                <a:solidFill>
                  <a:srgbClr val="5A5F7A"/>
                </a:solidFill>
                <a:latin typeface="Calibri"/>
              </a:defRPr>
            </a:pPr>
            <a:r>
              <a:t>Fait marquant 2 : [Description]</a:t>
            </a:r>
          </a:p>
          <a:p>
            <a:pPr>
              <a:spcBef>
                <a:spcPts val="400"/>
              </a:spcBef>
              <a:defRPr sz="1200">
                <a:solidFill>
                  <a:srgbClr val="5A5F7A"/>
                </a:solidFill>
                <a:latin typeface="Calibri"/>
              </a:defRPr>
            </a:pPr>
            <a:r>
              <a:t>Fait marquant 3 : [Description]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D2E"/>
                </a:solidFill>
                <a:latin typeface="Calibri"/>
              </a:defRPr>
            </a:pPr>
            <a:r>
              <a:t>Demo — Fonctionnalites livrees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13716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US-001 : [Titre de la story]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5F7A"/>
                </a:solidFill>
                <a:latin typeface="Calibri"/>
              </a:defRPr>
            </a:pPr>
            <a:r>
              <a:t>Description de ce qui a ete developpe et de la valeur apportee.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325880"/>
            <a:ext cx="182880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34640"/>
            <a:ext cx="11247120" cy="13716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US-002 : [Titre de la story]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5F7A"/>
                </a:solidFill>
                <a:latin typeface="Calibri"/>
              </a:defRPr>
            </a:pPr>
            <a:r>
              <a:t>Description de ce qui a ete developpe et de la valeur apportee.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2971800"/>
            <a:ext cx="182880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80560"/>
            <a:ext cx="11247120" cy="13716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US-003 : [Titre de la story]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5F7A"/>
                </a:solidFill>
                <a:latin typeface="Calibri"/>
              </a:defRPr>
            </a:pPr>
            <a:r>
              <a:t>Description de ce qui a ete developpe et de la valeur apportee.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4617720"/>
            <a:ext cx="182880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DONE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D2E"/>
                </a:solidFill>
                <a:latin typeface="Calibri"/>
              </a:defRPr>
            </a:pPr>
            <a:r>
              <a:t>Prochaines etapes — Sprint XX+1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D2E"/>
                </a:solidFill>
                <a:latin typeface="Calibri"/>
              </a:defRPr>
            </a:pPr>
            <a:r>
              <a:t>Sprint Goal envisage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1247120" cy="9144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[Objectif du prochain sprint]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D2E"/>
                </a:solidFill>
                <a:latin typeface="Calibri"/>
              </a:defRPr>
            </a:pPr>
            <a:r>
              <a:t>Backlog items planifies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5A5F7A"/>
                </a:solidFill>
                <a:latin typeface="Calibri"/>
              </a:defRPr>
            </a:pPr>
            <a:r>
              <a:t>Story 1 : [Titre] — X SP</a:t>
            </a:r>
          </a:p>
          <a:p>
            <a:pPr>
              <a:spcBef>
                <a:spcPts val="400"/>
              </a:spcBef>
              <a:defRPr sz="1200">
                <a:solidFill>
                  <a:srgbClr val="5A5F7A"/>
                </a:solidFill>
                <a:latin typeface="Calibri"/>
              </a:defRPr>
            </a:pPr>
            <a:r>
              <a:t>Story 2 : [Titre] — X SP</a:t>
            </a:r>
          </a:p>
          <a:p>
            <a:pPr>
              <a:spcBef>
                <a:spcPts val="400"/>
              </a:spcBef>
              <a:defRPr sz="1200">
                <a:solidFill>
                  <a:srgbClr val="5A5F7A"/>
                </a:solidFill>
                <a:latin typeface="Calibri"/>
              </a:defRPr>
            </a:pPr>
            <a:r>
              <a:t>Story 3 : [Titre] — X SP</a:t>
            </a:r>
          </a:p>
          <a:p>
            <a:pPr>
              <a:spcBef>
                <a:spcPts val="400"/>
              </a:spcBef>
              <a:defRPr sz="1200">
                <a:solidFill>
                  <a:srgbClr val="5A5F7A"/>
                </a:solidFill>
                <a:latin typeface="Calibri"/>
              </a:defRPr>
            </a:pPr>
            <a:r>
              <a:t>Story 4 : [Titre] — X 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Risques et points d'attention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77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5A5F7A"/>
                </a:solidFill>
                <a:latin typeface="Calibri"/>
              </a:defRPr>
            </a:pPr>
            <a:r>
              <a:t>Risque 1 : [Description] — Mitigation : [Action]</a:t>
            </a:r>
          </a:p>
          <a:p>
            <a:pPr>
              <a:spcBef>
                <a:spcPts val="400"/>
              </a:spcBef>
              <a:defRPr sz="1200">
                <a:solidFill>
                  <a:srgbClr val="5A5F7A"/>
                </a:solidFill>
                <a:latin typeface="Calibri"/>
              </a:defRPr>
            </a:pPr>
            <a:r>
              <a:t>Risque 2 : [Description] — Mitigation : [Action]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5F7A"/>
                </a:solidFill>
                <a:latin typeface="Calibri"/>
              </a:defRPr>
            </a:pPr>
            <a:r>
              <a:t>PO Ultimate Toolkit — Sprint Review 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109728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D2E"/>
                </a:solidFill>
                <a:latin typeface="Calibri"/>
              </a:defRPr>
            </a:pPr>
            <a:r>
              <a:t>Sprint Review Template —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5F7A"/>
                </a:solidFill>
                <a:latin typeface="Calibri"/>
              </a:defRPr>
            </a:pPr>
            <a:r>
              <a:t>Support de présentation structuré pour vos Sprint Reviews — démontrez la valeur livrée.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30352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Pourquoi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Standardiser le format des Sprint Reviews pour gagner en efficacité.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Structurer la communication : goal → métriques → démo → next.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Faciliter la collecte de feedback des stakeholders.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Garder un historique des reviews sprint après sprint.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48640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Comment l'utiliser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24688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Avant la review : complétez les slides 2-4 (15 min de préparation).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Slide 1 : Couverture — mettez à jour le numéro de sprint et les dates.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Slide 2 : Rappel du Sprint Goal + KPIs + faits marquants.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Slide 3 : Démo des stories Done — montrez le produit, pas des slides.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Slide 4 : Prochaines étapes, backlog à venir, risques.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Pendant la review : collectez le feedback sur chaque fonctionnalité.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Après : mettez à jour le backlog avec le feedback reçu.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54880"/>
            <a:ext cx="11064240" cy="16459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alibri"/>
              </a:defRPr>
            </a:pPr>
            <a:r>
              <a:t>Tips &amp; Bonnes pratiques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→ La démo doit montrer le PRODUIT, pas des captures d'écran.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→ Limitez la review à 1h max (30 min idéal).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→ Invitez les vrais stakeholders, pas juste les managers.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→ Le feedback reçu doit être transformé en items de backlog.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0A4B8"/>
                </a:solidFill>
                <a:latin typeface="Calibri"/>
              </a:defRPr>
            </a:pPr>
            <a:r>
              <a:t>PO Ultimate Toolkit — Sprint Review Template —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