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DEFINITION OF READY (DoR)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7C9FF"/>
                </a:solidFill>
                <a:latin typeface="Calibri"/>
              </a:defRPr>
            </a:pPr>
            <a:r>
              <a:t>Checklist pour qu'une User Story soit prete a entrer en sprint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La User Story est redigee au format standard (En tant que... je veux... afin de...)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320040" cy="3200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Les criteres d'acceptance sont definis (format Given/When/Then)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32004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La story est estimee en story points par l'equipe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80360"/>
            <a:ext cx="320040" cy="3200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La story est suffisamment petite pour etre terminee en un sprint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32004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Les dependances sont identifiees et resolues (ou planifiees)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86200"/>
            <a:ext cx="320040" cy="3200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Les maquettes / wireframes sont valides (si applicable)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32004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Les regles metier sont documentees et clarifiees avec le 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92040"/>
            <a:ext cx="320040" cy="3200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Les donnees de test sont identifiees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94960"/>
            <a:ext cx="32004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L'equipe comprend le QUOI et le POURQUOI (pas seulement le COMMENT)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97880"/>
            <a:ext cx="320040" cy="3200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D2E"/>
                </a:solidFill>
                <a:latin typeface="Calibri"/>
              </a:defRPr>
            </a:pPr>
            <a:r>
              <a:t>La story respecte les criteres INVEST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DEFINITION OF DONE (DoD)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E7B7"/>
                </a:solidFill>
                <a:latin typeface="Calibri"/>
              </a:defRPr>
            </a:pPr>
            <a:r>
              <a:t>Checklist pour qu'une User Story soit consideree comme terminee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Le code est ecrit et pousse sur la branche de developpement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0512"/>
            <a:ext cx="32004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Les tests unitaires sont ecrits et passent (couverture &gt; XX%)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9424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Les tests d'integration sont ecrits et passent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88336"/>
            <a:ext cx="32004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La code review a ete effectuee et approuvee par au moins 1 pair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27248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1272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Les criteres d'acceptance sont tous valides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32004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La documentation technique est mise a jour (si applicable)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05072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L'UI est conforme aux maquettes validees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43983"/>
            <a:ext cx="32004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14400" y="4443983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Les tests de non-regression passent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82896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14400" y="48828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La story est deployee sur l'environnement de staging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21808"/>
            <a:ext cx="32004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14400" y="5321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Le PO a valide la story sur l'environnement de staging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6072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Les metriques de monitoring sont en place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199631"/>
            <a:ext cx="32004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14400" y="619963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E"/>
                </a:solidFill>
                <a:latin typeface="Calibri"/>
              </a:defRPr>
            </a:pPr>
            <a:r>
              <a:t>Aucun bug bloquant ou majeur n'est ouvert sur cette 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F7A"/>
                </a:solidFill>
                <a:latin typeface="Calibri"/>
              </a:defRPr>
            </a:pPr>
            <a:r>
              <a:t>PO Ultimate Toolkit — Definition of Ready &amp; Done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D2E"/>
                </a:solidFill>
                <a:latin typeface="Calibri"/>
              </a:defRPr>
            </a:pPr>
            <a:r>
              <a:t>Definition of Ready &amp; Done —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F7A"/>
                </a:solidFill>
                <a:latin typeface="Calibri"/>
              </a:defRPr>
            </a:pPr>
            <a:r>
              <a:t>Checklists essentielles pour garantir la qualité du flux de travail agile.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3035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La DoR évite d'entamer des stories pas prêtes (source #1 de retard).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La DoD garantit un standard de qualité constant.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Ces checklists alignent PO, devs et QA sur les attentes.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Elles réduisent les allers-retours et les bugs en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Comment l'utiliser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4688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Imprimez les deux slides en A3 et affichez-les dans l'espace de l'équipe.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En Sprint Planning, vérifiez chaque story contre la DoR.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Pendant le sprint, vérifiez chaque story terminée contre la DoD.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Adaptez les critères à votre contexte (ajoutez/retirez des items).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Revisitez les checklists en rétrospective tous les trimestres.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64240" cy="16459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Tips &amp; Bonnes pratiques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Commencez simple (5-7 critères) et enrichissez progressivement.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La DoR est la responsabilité du PO, la DoD celle de l'équipe.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Si une story ne passe pas la DoR, elle ne rentre pas dans le sprint.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La DoD s'applique à CHAQUE story, sans exception.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0A4B8"/>
                </a:solidFill>
                <a:latin typeface="Calibri"/>
              </a:defRPr>
            </a:pPr>
            <a:r>
              <a:t>PO Ultimate Toolkit — Definition of Ready &amp; Done —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